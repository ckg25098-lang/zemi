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0" r:id="rId4"/>
    <p:sldId id="259" r:id="rId5"/>
    <p:sldId id="258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256C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90" d="100"/>
          <a:sy n="90" d="100"/>
        </p:scale>
        <p:origin x="355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F4CA359-4F44-058B-4702-85840FCDEAC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21643D02-9A76-B803-BD23-9751B894E6E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B8EC01FC-9A8C-E290-AFFB-11262FF9D1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DAAAC8-8BD8-4163-897B-A036D3BDFBA3}" type="datetimeFigureOut">
              <a:rPr kumimoji="1" lang="ja-JP" altLang="en-US" smtClean="0"/>
              <a:t>2026/7/6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64C53244-5812-46D1-6D41-C48A77C91A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61BEEDF1-6FC4-8A2F-FC2F-CA4AE5F065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61A963-09FE-490B-BC97-66118E0B2CF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456522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A082FB4-AA06-AFA1-6ACD-34C301D9AA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4ED2DB2D-228D-E7D7-01AD-0AFACCD4BF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C3DF739B-0421-8D25-0134-4A27B8432B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DAAAC8-8BD8-4163-897B-A036D3BDFBA3}" type="datetimeFigureOut">
              <a:rPr kumimoji="1" lang="ja-JP" altLang="en-US" smtClean="0"/>
              <a:t>2026/7/6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018BE5C3-F78E-35E4-B6D3-73E05FCFB3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AF3C94D0-BEC2-6136-AE72-3667D7F6D4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61A963-09FE-490B-BC97-66118E0B2CF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503371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AF9D2A1-2E22-6573-0B94-B7CBA93E0D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9F61BA3B-6448-6158-C4FC-2C0BD4A84BE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26553D3-344A-73A6-CDD5-5E904022CB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DAAAC8-8BD8-4163-897B-A036D3BDFBA3}" type="datetimeFigureOut">
              <a:rPr kumimoji="1" lang="ja-JP" altLang="en-US" smtClean="0"/>
              <a:t>2026/7/6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192A751E-040B-1F21-5F4F-B7067645DE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40D6CB0-5434-5F05-6527-CCDFC18E64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61A963-09FE-490B-BC97-66118E0B2CF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444603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D8BE87C-F66B-2554-294B-A55C5D31D2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C85126D1-68D7-136A-ED55-FCA033D6676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8C047279-06CE-7D5E-9C07-DC9AB627BC5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D966444C-43D4-80BF-958B-2EB15D8086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DAAAC8-8BD8-4163-897B-A036D3BDFBA3}" type="datetimeFigureOut">
              <a:rPr kumimoji="1" lang="ja-JP" altLang="en-US" smtClean="0"/>
              <a:t>2026/7/6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F54423A6-0D62-E39E-A29C-214E5E57EF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69596757-E919-3E16-8A3F-9BDDD54DC2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61A963-09FE-490B-BC97-66118E0B2CF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4809851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3158C01-E9AF-7B94-1038-9597A51FC5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C12AC5FB-8EC3-6185-05A6-EA5ECDD551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0B547BCF-4C2E-63A4-A6B5-4F3907F1151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5EED24FD-A51A-A685-03B3-247E1C91097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E718DF74-0204-4CA5-D62A-5CA99C8A36F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D5603384-DD72-76F7-C830-A027D8A856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DAAAC8-8BD8-4163-897B-A036D3BDFBA3}" type="datetimeFigureOut">
              <a:rPr kumimoji="1" lang="ja-JP" altLang="en-US" smtClean="0"/>
              <a:t>2026/7/6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266153A2-D330-07F3-A528-7858532F7F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5BDE0BC6-F9C2-B0E9-13BB-18E9E93152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61A963-09FE-490B-BC97-66118E0B2CF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9440990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90D0132-6016-684E-5A5E-EA0B5B3AF7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7AA9E313-19E2-37CF-BAEF-769D2D7024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DAAAC8-8BD8-4163-897B-A036D3BDFBA3}" type="datetimeFigureOut">
              <a:rPr kumimoji="1" lang="ja-JP" altLang="en-US" smtClean="0"/>
              <a:t>2026/7/6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F405725F-0FEF-FBD8-EC1F-D571FD7AE2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8FABC010-7083-4734-6BBB-4E99DE59CB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61A963-09FE-490B-BC97-66118E0B2CF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8781197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719420B1-B7A2-A721-39A6-BBA756EDB6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DAAAC8-8BD8-4163-897B-A036D3BDFBA3}" type="datetimeFigureOut">
              <a:rPr kumimoji="1" lang="ja-JP" altLang="en-US" smtClean="0"/>
              <a:t>2026/7/6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46E83AC4-383A-A2DD-5562-569F1A5A5A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4B0EAD16-5D53-22CA-09EE-1A08FBF746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61A963-09FE-490B-BC97-66118E0B2CF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601539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5CA3FFB-A89D-9340-4AFB-B8737E1886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8E56EFFB-77AA-F347-4135-CE38F4A0A5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6D15F36E-1FD7-6C55-4BB8-BB8B0F86239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DF1D32D2-E9A5-4E0A-15D1-6F192DC4D7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DAAAC8-8BD8-4163-897B-A036D3BDFBA3}" type="datetimeFigureOut">
              <a:rPr kumimoji="1" lang="ja-JP" altLang="en-US" smtClean="0"/>
              <a:t>2026/7/6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806340E1-75BF-ED33-3901-FB0BD6525A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E477C51E-3C90-FAA3-D000-A4709716DA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61A963-09FE-490B-BC97-66118E0B2CF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188064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EB58FA0-5155-8DCD-B048-4039DFA568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6AAA34C6-D4D1-02FA-BFE4-6E5499D7316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EE5D3028-B8CF-0CBF-60B7-AD8D7B95F5F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4DA8C92D-6B4B-9359-8DD2-9E2E073586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DAAAC8-8BD8-4163-897B-A036D3BDFBA3}" type="datetimeFigureOut">
              <a:rPr kumimoji="1" lang="ja-JP" altLang="en-US" smtClean="0"/>
              <a:t>2026/7/6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0D2E1106-1FD5-C0A4-E2D9-B7AE9FBEDB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901C787B-B329-5709-09E8-2206638850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61A963-09FE-490B-BC97-66118E0B2CF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714715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7AF7673-E100-5F06-C16D-B4A78EBDD8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7AC8F49E-69D3-7644-B8D8-D35FD497AE2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8AFA0994-FA48-3F1B-B034-49DA8B059E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DAAAC8-8BD8-4163-897B-A036D3BDFBA3}" type="datetimeFigureOut">
              <a:rPr kumimoji="1" lang="ja-JP" altLang="en-US" smtClean="0"/>
              <a:t>2026/7/6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DF00B195-87F2-27CD-97E8-180FC026DE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49A3126F-3FD1-E649-8848-38E5B50ABC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61A963-09FE-490B-BC97-66118E0B2CF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714253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CFA15874-426F-9AE6-25FA-9677BC83009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1E43416D-8D4F-B2D8-5C8A-8FC52DDBA88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B60E14BB-F4FA-BC40-6619-348EFC487E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DAAAC8-8BD8-4163-897B-A036D3BDFBA3}" type="datetimeFigureOut">
              <a:rPr kumimoji="1" lang="ja-JP" altLang="en-US" smtClean="0"/>
              <a:t>2026/7/6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0D08ABA-F1C2-92F2-7B76-BB8C581F8B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A1D7E36F-409F-A7EA-E719-F807E04498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61A963-09FE-490B-BC97-66118E0B2CF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453124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03C20C4C-5BAC-1904-6935-7DC0FDCA40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13D6DAFD-A65A-CAF8-F4FA-B3ED28A178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503FD693-BABD-D597-543F-737A960C5BA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EDAAAC8-8BD8-4163-897B-A036D3BDFBA3}" type="datetimeFigureOut">
              <a:rPr kumimoji="1" lang="ja-JP" altLang="en-US" smtClean="0"/>
              <a:t>2026/7/6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85296E2A-8863-AABE-E826-77CC656E9D6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B824C74D-8057-672D-489E-60D64C8365A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B61A963-09FE-490B-BC97-66118E0B2CF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9188937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2E3531AF-2776-C117-D20A-214AB6872A4F}"/>
              </a:ext>
            </a:extLst>
          </p:cNvPr>
          <p:cNvSpPr txBox="1"/>
          <p:nvPr/>
        </p:nvSpPr>
        <p:spPr>
          <a:xfrm>
            <a:off x="348269" y="382305"/>
            <a:ext cx="9417964" cy="116955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ja-JP" altLang="ja-JP" sz="7000" dirty="0"/>
              <a:t>卒業制作ゼミ 中間発表</a:t>
            </a:r>
            <a:endParaRPr kumimoji="1" lang="ja-JP" altLang="en-US" sz="7000" dirty="0"/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1EB3C0D7-BDCA-60DC-F2BF-C4E2B5767242}"/>
              </a:ext>
            </a:extLst>
          </p:cNvPr>
          <p:cNvSpPr txBox="1"/>
          <p:nvPr/>
        </p:nvSpPr>
        <p:spPr>
          <a:xfrm>
            <a:off x="338725" y="1966592"/>
            <a:ext cx="4416594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ja-JP" sz="3000" dirty="0">
                <a:solidFill>
                  <a:srgbClr val="0070C0"/>
                </a:solidFill>
              </a:rPr>
              <a:t>テーマ①</a:t>
            </a:r>
            <a:endParaRPr lang="en-US" altLang="ja-JP" sz="3000" dirty="0">
              <a:solidFill>
                <a:srgbClr val="0070C0"/>
              </a:solidFill>
            </a:endParaRPr>
          </a:p>
          <a:p>
            <a:r>
              <a:rPr lang="ja-JP" altLang="ja-JP" sz="3000" dirty="0"/>
              <a:t>日田市紹介サイトの制作</a:t>
            </a:r>
            <a:endParaRPr kumimoji="1" lang="ja-JP" altLang="en-US" sz="3000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B6E91B91-DFF6-3DB5-75B1-E91B78E4A11E}"/>
              </a:ext>
            </a:extLst>
          </p:cNvPr>
          <p:cNvSpPr txBox="1"/>
          <p:nvPr/>
        </p:nvSpPr>
        <p:spPr>
          <a:xfrm>
            <a:off x="348269" y="3418811"/>
            <a:ext cx="4916731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ja-JP" sz="3000" dirty="0">
                <a:solidFill>
                  <a:srgbClr val="00B050"/>
                </a:solidFill>
              </a:rPr>
              <a:t>テーマ②</a:t>
            </a:r>
            <a:endParaRPr lang="en-US" altLang="ja-JP" sz="3000" dirty="0">
              <a:solidFill>
                <a:srgbClr val="00B050"/>
              </a:solidFill>
            </a:endParaRPr>
          </a:p>
          <a:p>
            <a:r>
              <a:rPr lang="ja-JP" altLang="ja-JP" sz="3000" dirty="0"/>
              <a:t>日田市3D観光マップの制作</a:t>
            </a:r>
            <a:endParaRPr kumimoji="1" lang="ja-JP" altLang="en-US" sz="3000" dirty="0"/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B3BC8054-382D-82AA-FD36-D06F042C15FD}"/>
              </a:ext>
            </a:extLst>
          </p:cNvPr>
          <p:cNvSpPr txBox="1"/>
          <p:nvPr/>
        </p:nvSpPr>
        <p:spPr>
          <a:xfrm>
            <a:off x="338725" y="4871030"/>
            <a:ext cx="198002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000" dirty="0"/>
              <a:t>氏名：安永卓真</a:t>
            </a:r>
            <a:endParaRPr kumimoji="1" lang="ja-JP" altLang="en-US" sz="2000" dirty="0"/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694E5E2B-9188-D0B9-CC9C-C41A3011C5D2}"/>
              </a:ext>
            </a:extLst>
          </p:cNvPr>
          <p:cNvSpPr txBox="1"/>
          <p:nvPr/>
        </p:nvSpPr>
        <p:spPr>
          <a:xfrm>
            <a:off x="348269" y="5271140"/>
            <a:ext cx="218040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000" dirty="0"/>
              <a:t>学籍番号：</a:t>
            </a:r>
            <a:r>
              <a:rPr lang="en-US" altLang="ja-JP" sz="2000" dirty="0"/>
              <a:t>25098</a:t>
            </a:r>
            <a:endParaRPr kumimoji="1" lang="ja-JP" altLang="en-US" sz="2000" dirty="0"/>
          </a:p>
        </p:txBody>
      </p:sp>
      <p:pic>
        <p:nvPicPr>
          <p:cNvPr id="10" name="図 9">
            <a:extLst>
              <a:ext uri="{FF2B5EF4-FFF2-40B4-BE49-F238E27FC236}">
                <a16:creationId xmlns:a16="http://schemas.microsoft.com/office/drawing/2014/main" id="{7D994135-315C-789B-0E52-E2B55B34A2A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63478" y="2171557"/>
            <a:ext cx="6728522" cy="41317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47611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14461D1D-E8D0-54CB-6F6A-531DD95BE843}"/>
              </a:ext>
            </a:extLst>
          </p:cNvPr>
          <p:cNvSpPr txBox="1"/>
          <p:nvPr/>
        </p:nvSpPr>
        <p:spPr>
          <a:xfrm>
            <a:off x="0" y="275092"/>
            <a:ext cx="12192000" cy="707886"/>
          </a:xfrm>
          <a:prstGeom prst="rect">
            <a:avLst/>
          </a:prstGeom>
          <a:solidFill>
            <a:srgbClr val="0070C0"/>
          </a:solidFill>
        </p:spPr>
        <p:txBody>
          <a:bodyPr wrap="square" rtlCol="0">
            <a:spAutoFit/>
          </a:bodyPr>
          <a:lstStyle/>
          <a:p>
            <a:r>
              <a:rPr lang="en-US" altLang="ja-JP" sz="4000" dirty="0"/>
              <a:t> </a:t>
            </a:r>
            <a:r>
              <a:rPr lang="ja-JP" altLang="ja-JP" sz="4000" dirty="0"/>
              <a:t>テーマ①：日田市紹介サイトの制作</a:t>
            </a:r>
            <a:endParaRPr lang="ja-JP" altLang="en-US" sz="4000" dirty="0"/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3C9BB41B-EA24-3D83-47D3-51BE6759B380}"/>
              </a:ext>
            </a:extLst>
          </p:cNvPr>
          <p:cNvSpPr txBox="1"/>
          <p:nvPr/>
        </p:nvSpPr>
        <p:spPr>
          <a:xfrm>
            <a:off x="373984" y="3179428"/>
            <a:ext cx="121058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4000" dirty="0"/>
              <a:t>背景</a:t>
            </a:r>
            <a:endParaRPr kumimoji="1" lang="ja-JP" altLang="en-US" sz="4000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843A77DD-F667-28A5-8AEB-1ACA93B0B6FB}"/>
              </a:ext>
            </a:extLst>
          </p:cNvPr>
          <p:cNvSpPr txBox="1"/>
          <p:nvPr/>
        </p:nvSpPr>
        <p:spPr>
          <a:xfrm>
            <a:off x="373984" y="1632521"/>
            <a:ext cx="121058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4000" dirty="0"/>
              <a:t>目的</a:t>
            </a:r>
            <a:endParaRPr kumimoji="1" lang="ja-JP" altLang="en-US" sz="4000" dirty="0"/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04DDFAB9-C94A-DE08-DA3D-FB23E9CB501E}"/>
              </a:ext>
            </a:extLst>
          </p:cNvPr>
          <p:cNvSpPr txBox="1"/>
          <p:nvPr/>
        </p:nvSpPr>
        <p:spPr>
          <a:xfrm>
            <a:off x="373984" y="4726336"/>
            <a:ext cx="121058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4000" dirty="0"/>
              <a:t>概要</a:t>
            </a:r>
            <a:endParaRPr kumimoji="1" lang="ja-JP" altLang="en-US" sz="4000" dirty="0"/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C860ED02-5E21-FAE0-71EF-42DA0BD1F6B5}"/>
              </a:ext>
            </a:extLst>
          </p:cNvPr>
          <p:cNvSpPr txBox="1"/>
          <p:nvPr/>
        </p:nvSpPr>
        <p:spPr>
          <a:xfrm>
            <a:off x="6527799" y="1632521"/>
            <a:ext cx="5827236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4000" dirty="0"/>
              <a:t>制作内容</a:t>
            </a:r>
            <a:endParaRPr lang="en-US" altLang="ja-JP" sz="4000" dirty="0"/>
          </a:p>
          <a:p>
            <a:r>
              <a:rPr lang="ja-JP" altLang="en-US" sz="4000" dirty="0"/>
              <a:t>（掲載予定コンテンツ）</a:t>
            </a:r>
            <a:endParaRPr kumimoji="1" lang="ja-JP" altLang="en-US" sz="4000" dirty="0"/>
          </a:p>
        </p:txBody>
      </p:sp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53917709-A4EB-8A56-0307-B39D99E8A558}"/>
              </a:ext>
            </a:extLst>
          </p:cNvPr>
          <p:cNvSpPr txBox="1"/>
          <p:nvPr/>
        </p:nvSpPr>
        <p:spPr>
          <a:xfrm>
            <a:off x="373984" y="2436752"/>
            <a:ext cx="5955476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ja-JP" dirty="0"/>
              <a:t>日田市の観光、グルメ、歴史などの情報を分かりやすく</a:t>
            </a:r>
            <a:endParaRPr lang="en-US" altLang="ja-JP" dirty="0"/>
          </a:p>
          <a:p>
            <a:r>
              <a:rPr lang="ja-JP" altLang="ja-JP" dirty="0"/>
              <a:t>発信し、多くの人に日田市の魅力を知ってもらう。</a:t>
            </a:r>
          </a:p>
          <a:p>
            <a:endParaRPr lang="en-US" altLang="ja-JP" dirty="0"/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40B4B772-4BB3-EC5D-22E6-D5753F72C7AE}"/>
              </a:ext>
            </a:extLst>
          </p:cNvPr>
          <p:cNvSpPr txBox="1"/>
          <p:nvPr/>
        </p:nvSpPr>
        <p:spPr>
          <a:xfrm>
            <a:off x="373984" y="3983659"/>
            <a:ext cx="48013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ja-JP" dirty="0"/>
              <a:t>日田市の魅力を多くの人に知ってもらいたい</a:t>
            </a: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3139AC78-20D9-A1FD-D44A-D12F1CE40141}"/>
              </a:ext>
            </a:extLst>
          </p:cNvPr>
          <p:cNvSpPr txBox="1"/>
          <p:nvPr/>
        </p:nvSpPr>
        <p:spPr>
          <a:xfrm>
            <a:off x="373984" y="5528734"/>
            <a:ext cx="5493812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ja-JP" dirty="0"/>
              <a:t>日田市の観光スポットやグルメ、イベント、</a:t>
            </a:r>
            <a:endParaRPr lang="en-US" altLang="ja-JP" dirty="0"/>
          </a:p>
          <a:p>
            <a:r>
              <a:rPr lang="ja-JP" altLang="ja-JP" dirty="0"/>
              <a:t>基本情報などを写真とともに分かりやすく紹介し、</a:t>
            </a:r>
            <a:endParaRPr lang="en-US" altLang="ja-JP" dirty="0"/>
          </a:p>
          <a:p>
            <a:r>
              <a:rPr lang="ja-JP" altLang="ja-JP" dirty="0"/>
              <a:t>日田市の魅力を発信するWebサイトを制作する。</a:t>
            </a:r>
          </a:p>
          <a:p>
            <a:endParaRPr lang="en-US" altLang="ja-JP" dirty="0"/>
          </a:p>
        </p:txBody>
      </p:sp>
      <p:pic>
        <p:nvPicPr>
          <p:cNvPr id="14" name="図 13">
            <a:extLst>
              <a:ext uri="{FF2B5EF4-FFF2-40B4-BE49-F238E27FC236}">
                <a16:creationId xmlns:a16="http://schemas.microsoft.com/office/drawing/2014/main" id="{AA00D4D4-391B-07F6-A338-67483DCE298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2759917"/>
            <a:ext cx="5939367" cy="3959578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38604429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E4E24ACD-C886-36E2-79FF-8FBA18EA1B7E}"/>
              </a:ext>
            </a:extLst>
          </p:cNvPr>
          <p:cNvSpPr txBox="1"/>
          <p:nvPr/>
        </p:nvSpPr>
        <p:spPr>
          <a:xfrm>
            <a:off x="304799" y="4939976"/>
            <a:ext cx="5109091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ja-JP" b="1" dirty="0"/>
              <a:t>ページ３</a:t>
            </a:r>
            <a:endParaRPr lang="ja-JP" altLang="ja-JP" dirty="0"/>
          </a:p>
          <a:p>
            <a:r>
              <a:rPr lang="ja-JP" altLang="ja-JP" dirty="0"/>
              <a:t>観光スポット：日田市の代表的な</a:t>
            </a:r>
            <a:endParaRPr lang="en-US" altLang="ja-JP" dirty="0"/>
          </a:p>
          <a:p>
            <a:r>
              <a:rPr lang="ja-JP" altLang="ja-JP" dirty="0"/>
              <a:t>観光スポットや見どころを紹介する。</a:t>
            </a:r>
          </a:p>
          <a:p>
            <a:r>
              <a:rPr lang="ja-JP" altLang="ja-JP" dirty="0"/>
              <a:t>紹介する観光スポット：8～10か所</a:t>
            </a:r>
          </a:p>
          <a:p>
            <a:r>
              <a:rPr lang="ja-JP" altLang="ja-JP" dirty="0"/>
              <a:t>写真：各スポット1～2枚（合計10～15枚程度）</a:t>
            </a:r>
          </a:p>
          <a:p>
            <a:r>
              <a:rPr lang="ja-JP" altLang="ja-JP" dirty="0"/>
              <a:t>文章量：各スポット約100～150文字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1E062912-81C0-3927-0905-AD01C7957C0B}"/>
              </a:ext>
            </a:extLst>
          </p:cNvPr>
          <p:cNvSpPr txBox="1"/>
          <p:nvPr/>
        </p:nvSpPr>
        <p:spPr>
          <a:xfrm>
            <a:off x="304799" y="2911980"/>
            <a:ext cx="4801314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ja-JP" b="1" dirty="0"/>
              <a:t>ページ２</a:t>
            </a:r>
            <a:endParaRPr lang="ja-JP" altLang="ja-JP" dirty="0"/>
          </a:p>
          <a:p>
            <a:r>
              <a:rPr lang="ja-JP" altLang="ja-JP" dirty="0"/>
              <a:t>日田市の基本情報：日田市の位置や歴史、</a:t>
            </a:r>
            <a:endParaRPr lang="en-US" altLang="ja-JP" dirty="0"/>
          </a:p>
          <a:p>
            <a:r>
              <a:rPr lang="ja-JP" altLang="ja-JP" dirty="0"/>
              <a:t>人口、特産品などの基本情報を紹介する。</a:t>
            </a:r>
          </a:p>
          <a:p>
            <a:r>
              <a:rPr lang="ja-JP" altLang="ja-JP" dirty="0"/>
              <a:t>基本情報（位置・歴史・人口・特産品など）</a:t>
            </a:r>
          </a:p>
          <a:p>
            <a:r>
              <a:rPr lang="ja-JP" altLang="ja-JP" dirty="0"/>
              <a:t>文章量：約500～700文字</a:t>
            </a:r>
          </a:p>
          <a:p>
            <a:r>
              <a:rPr lang="ja-JP" altLang="ja-JP" dirty="0"/>
              <a:t>写真：3～5枚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25D8E683-B94C-837C-78B7-D591F59A31A1}"/>
              </a:ext>
            </a:extLst>
          </p:cNvPr>
          <p:cNvSpPr txBox="1"/>
          <p:nvPr/>
        </p:nvSpPr>
        <p:spPr>
          <a:xfrm>
            <a:off x="304799" y="1991980"/>
            <a:ext cx="457048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ja-JP" b="1" dirty="0"/>
              <a:t>ページ１</a:t>
            </a:r>
            <a:endParaRPr lang="ja-JP" altLang="ja-JP" dirty="0"/>
          </a:p>
          <a:p>
            <a:r>
              <a:rPr lang="ja-JP" altLang="ja-JP" dirty="0"/>
              <a:t>トップページ：日田市の魅力を簡単に紹介</a:t>
            </a: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1C5BC3ED-A661-D88A-C860-0935A5BE479C}"/>
              </a:ext>
            </a:extLst>
          </p:cNvPr>
          <p:cNvSpPr txBox="1"/>
          <p:nvPr/>
        </p:nvSpPr>
        <p:spPr>
          <a:xfrm>
            <a:off x="5413891" y="1262505"/>
            <a:ext cx="6417141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ja-JP" b="1" dirty="0"/>
              <a:t>ページ４</a:t>
            </a:r>
            <a:endParaRPr lang="ja-JP" altLang="ja-JP" dirty="0"/>
          </a:p>
          <a:p>
            <a:r>
              <a:rPr lang="ja-JP" altLang="ja-JP" dirty="0"/>
              <a:t>グルメ：日田市の名物料理やおすすめの飲食店を紹介する。</a:t>
            </a:r>
          </a:p>
          <a:p>
            <a:r>
              <a:rPr lang="ja-JP" altLang="ja-JP" dirty="0"/>
              <a:t>紹介する飲食店・名物料理：5～8店舗（品）</a:t>
            </a:r>
          </a:p>
          <a:p>
            <a:r>
              <a:rPr lang="ja-JP" altLang="ja-JP" dirty="0"/>
              <a:t>写真：各店舗・料理1枚（合計5～8枚程度）</a:t>
            </a:r>
          </a:p>
          <a:p>
            <a:r>
              <a:rPr lang="ja-JP" altLang="ja-JP" dirty="0"/>
              <a:t>文章量：各店舗・料理約80～120文字</a:t>
            </a:r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ABAC3640-3233-01D7-7363-DEFF23EE89F6}"/>
              </a:ext>
            </a:extLst>
          </p:cNvPr>
          <p:cNvSpPr txBox="1"/>
          <p:nvPr/>
        </p:nvSpPr>
        <p:spPr>
          <a:xfrm>
            <a:off x="5413891" y="3019360"/>
            <a:ext cx="6878806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ja-JP" b="1" dirty="0"/>
              <a:t>ページ５</a:t>
            </a:r>
            <a:endParaRPr lang="ja-JP" altLang="ja-JP" dirty="0"/>
          </a:p>
          <a:p>
            <a:r>
              <a:rPr lang="ja-JP" altLang="ja-JP" dirty="0"/>
              <a:t>イベント：日田市で開催される季節ごとのイベントを紹介する。</a:t>
            </a:r>
          </a:p>
          <a:p>
            <a:r>
              <a:rPr lang="ja-JP" altLang="ja-JP" dirty="0"/>
              <a:t>紹介するイベント：5～6件</a:t>
            </a:r>
          </a:p>
          <a:p>
            <a:r>
              <a:rPr lang="ja-JP" altLang="ja-JP" dirty="0"/>
              <a:t>写真：各イベント1枚（合計5～6枚程度）</a:t>
            </a:r>
          </a:p>
          <a:p>
            <a:r>
              <a:rPr lang="ja-JP" altLang="ja-JP" dirty="0"/>
              <a:t>文章量：各イベント約100文字</a:t>
            </a: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492CBCC5-2258-DA1F-07C1-7B6CADA10172}"/>
              </a:ext>
            </a:extLst>
          </p:cNvPr>
          <p:cNvSpPr txBox="1"/>
          <p:nvPr/>
        </p:nvSpPr>
        <p:spPr>
          <a:xfrm>
            <a:off x="5413890" y="4718332"/>
            <a:ext cx="6417141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ja-JP" b="1" dirty="0"/>
              <a:t>ページ６</a:t>
            </a:r>
            <a:endParaRPr lang="ja-JP" altLang="ja-JP" dirty="0"/>
          </a:p>
          <a:p>
            <a:r>
              <a:rPr lang="ja-JP" altLang="ja-JP" dirty="0"/>
              <a:t>アクセス：日田市へのアクセス方法や周辺地図を掲載する。</a:t>
            </a:r>
          </a:p>
          <a:p>
            <a:r>
              <a:rPr lang="ja-JP" altLang="ja-JP" dirty="0"/>
              <a:t>日田市へのアクセス方法</a:t>
            </a:r>
          </a:p>
          <a:p>
            <a:r>
              <a:rPr lang="ja-JP" altLang="ja-JP" dirty="0"/>
              <a:t>地図：1～2点</a:t>
            </a:r>
          </a:p>
          <a:p>
            <a:r>
              <a:rPr lang="ja-JP" altLang="ja-JP" dirty="0"/>
              <a:t>文章量：約300～500文字</a:t>
            </a:r>
          </a:p>
          <a:p>
            <a:r>
              <a:rPr lang="ja-JP" altLang="ja-JP" dirty="0"/>
              <a:t>交通手段（JR・高速道路・バスなど）を掲載</a:t>
            </a:r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D4AFEB23-CDCD-FC58-18A6-D2D1E688C804}"/>
              </a:ext>
            </a:extLst>
          </p:cNvPr>
          <p:cNvSpPr txBox="1"/>
          <p:nvPr/>
        </p:nvSpPr>
        <p:spPr>
          <a:xfrm>
            <a:off x="0" y="275092"/>
            <a:ext cx="12192000" cy="707886"/>
          </a:xfrm>
          <a:prstGeom prst="rect">
            <a:avLst/>
          </a:prstGeom>
          <a:solidFill>
            <a:srgbClr val="0070C0"/>
          </a:solidFill>
        </p:spPr>
        <p:txBody>
          <a:bodyPr wrap="square" rtlCol="0">
            <a:spAutoFit/>
          </a:bodyPr>
          <a:lstStyle/>
          <a:p>
            <a:r>
              <a:rPr lang="en-US" altLang="ja-JP" sz="4000" dirty="0"/>
              <a:t> </a:t>
            </a:r>
            <a:r>
              <a:rPr lang="ja-JP" altLang="ja-JP" sz="4000" dirty="0"/>
              <a:t>テーマ①：日田市紹介サイトの制作</a:t>
            </a:r>
            <a:endParaRPr lang="ja-JP" altLang="en-US" sz="4000" dirty="0"/>
          </a:p>
        </p:txBody>
      </p: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613DC4E0-EA48-6404-DC2F-61C4364B8555}"/>
              </a:ext>
            </a:extLst>
          </p:cNvPr>
          <p:cNvSpPr txBox="1"/>
          <p:nvPr/>
        </p:nvSpPr>
        <p:spPr>
          <a:xfrm>
            <a:off x="304799" y="1257974"/>
            <a:ext cx="326243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4000" dirty="0"/>
              <a:t>掲載</a:t>
            </a:r>
            <a:r>
              <a:rPr lang="ja-JP" altLang="ja-JP" sz="4000" dirty="0"/>
              <a:t>予定内容</a:t>
            </a:r>
            <a:endParaRPr kumimoji="1" lang="ja-JP" altLang="en-US" sz="4000" dirty="0"/>
          </a:p>
        </p:txBody>
      </p:sp>
    </p:spTree>
    <p:extLst>
      <p:ext uri="{BB962C8B-B14F-4D97-AF65-F5344CB8AC3E}">
        <p14:creationId xmlns:p14="http://schemas.microsoft.com/office/powerpoint/2010/main" val="423002765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E0FB657D-2D53-440F-5851-A7E17426855B}"/>
              </a:ext>
            </a:extLst>
          </p:cNvPr>
          <p:cNvSpPr/>
          <p:nvPr/>
        </p:nvSpPr>
        <p:spPr>
          <a:xfrm>
            <a:off x="1709584" y="1327846"/>
            <a:ext cx="9653364" cy="515500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92C250D1-A83B-0173-8484-77C66E93B19F}"/>
              </a:ext>
            </a:extLst>
          </p:cNvPr>
          <p:cNvSpPr/>
          <p:nvPr/>
        </p:nvSpPr>
        <p:spPr>
          <a:xfrm>
            <a:off x="2034840" y="1677650"/>
            <a:ext cx="9015125" cy="63823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dirty="0"/>
              <a:t>ヘッダー</a:t>
            </a:r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74186C76-2E3A-15BC-C519-5A484AE39DA4}"/>
              </a:ext>
            </a:extLst>
          </p:cNvPr>
          <p:cNvSpPr/>
          <p:nvPr/>
        </p:nvSpPr>
        <p:spPr>
          <a:xfrm>
            <a:off x="2034840" y="2457038"/>
            <a:ext cx="1632419" cy="380488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dirty="0"/>
              <a:t>ナビゲーションエリア</a:t>
            </a:r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BF1BA5E2-9AB9-1FC4-99E9-0616CE777E54}"/>
              </a:ext>
            </a:extLst>
          </p:cNvPr>
          <p:cNvSpPr/>
          <p:nvPr/>
        </p:nvSpPr>
        <p:spPr>
          <a:xfrm>
            <a:off x="3808408" y="2457038"/>
            <a:ext cx="7241557" cy="44799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EACBADA8-AB4D-890F-9A53-80238AFEDC06}"/>
              </a:ext>
            </a:extLst>
          </p:cNvPr>
          <p:cNvSpPr/>
          <p:nvPr/>
        </p:nvSpPr>
        <p:spPr>
          <a:xfrm>
            <a:off x="3851366" y="2990948"/>
            <a:ext cx="7198599" cy="325256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/>
              <a:t>Spot1</a:t>
            </a:r>
            <a:r>
              <a:rPr kumimoji="1" lang="ja-JP" altLang="en-US" dirty="0"/>
              <a:t>の紹介</a:t>
            </a:r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D52DF0FA-E04B-9397-FDE9-839F2FDCF454}"/>
              </a:ext>
            </a:extLst>
          </p:cNvPr>
          <p:cNvSpPr/>
          <p:nvPr/>
        </p:nvSpPr>
        <p:spPr>
          <a:xfrm>
            <a:off x="3943420" y="2512270"/>
            <a:ext cx="1043275" cy="27616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dirty="0"/>
              <a:t>Spot1</a:t>
            </a:r>
            <a:endParaRPr kumimoji="1" lang="ja-JP" altLang="en-US" dirty="0"/>
          </a:p>
        </p:txBody>
      </p: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29A2DE29-99FD-F2CC-4E55-EA1D2B1EF0D3}"/>
              </a:ext>
            </a:extLst>
          </p:cNvPr>
          <p:cNvSpPr/>
          <p:nvPr/>
        </p:nvSpPr>
        <p:spPr>
          <a:xfrm>
            <a:off x="5121707" y="2542954"/>
            <a:ext cx="1043275" cy="27616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/>
              <a:t>Spot2</a:t>
            </a:r>
            <a:endParaRPr kumimoji="1" lang="ja-JP" altLang="en-US" dirty="0"/>
          </a:p>
        </p:txBody>
      </p:sp>
      <p:sp>
        <p:nvSpPr>
          <p:cNvPr id="11" name="正方形/長方形 10">
            <a:extLst>
              <a:ext uri="{FF2B5EF4-FFF2-40B4-BE49-F238E27FC236}">
                <a16:creationId xmlns:a16="http://schemas.microsoft.com/office/drawing/2014/main" id="{D064E33A-CECC-F144-C4E7-95333B203D03}"/>
              </a:ext>
            </a:extLst>
          </p:cNvPr>
          <p:cNvSpPr/>
          <p:nvPr/>
        </p:nvSpPr>
        <p:spPr>
          <a:xfrm>
            <a:off x="6385911" y="2527612"/>
            <a:ext cx="1043275" cy="27616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3" name="正方形/長方形 12">
            <a:extLst>
              <a:ext uri="{FF2B5EF4-FFF2-40B4-BE49-F238E27FC236}">
                <a16:creationId xmlns:a16="http://schemas.microsoft.com/office/drawing/2014/main" id="{26D5989C-F01C-15E2-68A4-B19636E45F80}"/>
              </a:ext>
            </a:extLst>
          </p:cNvPr>
          <p:cNvSpPr/>
          <p:nvPr/>
        </p:nvSpPr>
        <p:spPr>
          <a:xfrm>
            <a:off x="4004789" y="3199604"/>
            <a:ext cx="6646277" cy="169378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dirty="0"/>
              <a:t>文章</a:t>
            </a:r>
          </a:p>
        </p:txBody>
      </p:sp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2E4BCB96-6AB7-AF5A-9603-CCECB8464DA0}"/>
              </a:ext>
            </a:extLst>
          </p:cNvPr>
          <p:cNvSpPr/>
          <p:nvPr/>
        </p:nvSpPr>
        <p:spPr>
          <a:xfrm>
            <a:off x="4004789" y="3199604"/>
            <a:ext cx="2528408" cy="109850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dirty="0"/>
              <a:t>写真</a:t>
            </a:r>
          </a:p>
        </p:txBody>
      </p:sp>
      <p:sp>
        <p:nvSpPr>
          <p:cNvPr id="15" name="正方形/長方形 14">
            <a:extLst>
              <a:ext uri="{FF2B5EF4-FFF2-40B4-BE49-F238E27FC236}">
                <a16:creationId xmlns:a16="http://schemas.microsoft.com/office/drawing/2014/main" id="{F36ED989-7B56-5A77-178D-0696780272AB}"/>
              </a:ext>
            </a:extLst>
          </p:cNvPr>
          <p:cNvSpPr/>
          <p:nvPr/>
        </p:nvSpPr>
        <p:spPr>
          <a:xfrm>
            <a:off x="3992515" y="5086704"/>
            <a:ext cx="6646277" cy="109850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dirty="0"/>
              <a:t>文章</a:t>
            </a:r>
          </a:p>
        </p:txBody>
      </p:sp>
      <p:sp>
        <p:nvSpPr>
          <p:cNvPr id="17" name="正方形/長方形 16">
            <a:extLst>
              <a:ext uri="{FF2B5EF4-FFF2-40B4-BE49-F238E27FC236}">
                <a16:creationId xmlns:a16="http://schemas.microsoft.com/office/drawing/2014/main" id="{F7E619AB-B45E-FD1F-2DF4-DF9B82EA7D29}"/>
              </a:ext>
            </a:extLst>
          </p:cNvPr>
          <p:cNvSpPr/>
          <p:nvPr/>
        </p:nvSpPr>
        <p:spPr>
          <a:xfrm>
            <a:off x="3992515" y="5086704"/>
            <a:ext cx="2528408" cy="109850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dirty="0"/>
              <a:t>写真</a:t>
            </a:r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4A67926E-4E19-7D5D-26F7-25BE8EAD1E40}"/>
              </a:ext>
            </a:extLst>
          </p:cNvPr>
          <p:cNvSpPr txBox="1"/>
          <p:nvPr/>
        </p:nvSpPr>
        <p:spPr>
          <a:xfrm>
            <a:off x="0" y="275092"/>
            <a:ext cx="12192000" cy="707886"/>
          </a:xfrm>
          <a:prstGeom prst="rect">
            <a:avLst/>
          </a:prstGeom>
          <a:solidFill>
            <a:srgbClr val="0070C0"/>
          </a:solidFill>
        </p:spPr>
        <p:txBody>
          <a:bodyPr wrap="square" rtlCol="0">
            <a:spAutoFit/>
          </a:bodyPr>
          <a:lstStyle/>
          <a:p>
            <a:r>
              <a:rPr lang="en-US" altLang="ja-JP" sz="4000" dirty="0"/>
              <a:t> </a:t>
            </a:r>
            <a:r>
              <a:rPr lang="ja-JP" altLang="ja-JP" sz="4000" dirty="0"/>
              <a:t>テーマ①：日田市紹介サイトの制作</a:t>
            </a:r>
            <a:endParaRPr lang="ja-JP" altLang="en-US" sz="4000" dirty="0"/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56A0F9C6-E177-0ED5-1651-C391935A1DC7}"/>
              </a:ext>
            </a:extLst>
          </p:cNvPr>
          <p:cNvSpPr txBox="1"/>
          <p:nvPr/>
        </p:nvSpPr>
        <p:spPr>
          <a:xfrm>
            <a:off x="417202" y="1843950"/>
            <a:ext cx="800219" cy="3170099"/>
          </a:xfrm>
          <a:prstGeom prst="rect">
            <a:avLst/>
          </a:prstGeom>
          <a:noFill/>
        </p:spPr>
        <p:txBody>
          <a:bodyPr vert="eaVert" wrap="none" rtlCol="0">
            <a:spAutoFit/>
          </a:bodyPr>
          <a:lstStyle/>
          <a:p>
            <a:r>
              <a:rPr lang="ja-JP" altLang="ja-JP" sz="4000" dirty="0"/>
              <a:t>完成イメージ</a:t>
            </a:r>
            <a:endParaRPr lang="en-US" altLang="ja-JP" sz="4000" dirty="0"/>
          </a:p>
        </p:txBody>
      </p:sp>
    </p:spTree>
    <p:extLst>
      <p:ext uri="{BB962C8B-B14F-4D97-AF65-F5344CB8AC3E}">
        <p14:creationId xmlns:p14="http://schemas.microsoft.com/office/powerpoint/2010/main" val="97668987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CCC98E16-5F13-0DA0-1425-125583AD472E}"/>
              </a:ext>
            </a:extLst>
          </p:cNvPr>
          <p:cNvSpPr txBox="1"/>
          <p:nvPr/>
        </p:nvSpPr>
        <p:spPr>
          <a:xfrm>
            <a:off x="0" y="275092"/>
            <a:ext cx="12192000" cy="707886"/>
          </a:xfrm>
          <a:prstGeom prst="rect">
            <a:avLst/>
          </a:prstGeom>
          <a:solidFill>
            <a:srgbClr val="00B050"/>
          </a:solidFill>
        </p:spPr>
        <p:txBody>
          <a:bodyPr wrap="square" rtlCol="0">
            <a:spAutoFit/>
          </a:bodyPr>
          <a:lstStyle/>
          <a:p>
            <a:r>
              <a:rPr lang="en-US" altLang="ja-JP" sz="4000" dirty="0"/>
              <a:t> </a:t>
            </a:r>
            <a:r>
              <a:rPr lang="ja-JP" altLang="ja-JP" sz="4000" dirty="0"/>
              <a:t>テーマ②</a:t>
            </a:r>
            <a:r>
              <a:rPr lang="ja-JP" altLang="en-US" sz="4000" dirty="0"/>
              <a:t>：</a:t>
            </a:r>
            <a:r>
              <a:rPr lang="ja-JP" altLang="ja-JP" sz="4000" dirty="0"/>
              <a:t>日田市3D観光マップの制作</a:t>
            </a:r>
            <a:endParaRPr lang="ja-JP" altLang="en-US" sz="4000" dirty="0"/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C852921C-AD2C-6772-24AC-D976DE93A5F2}"/>
              </a:ext>
            </a:extLst>
          </p:cNvPr>
          <p:cNvSpPr txBox="1"/>
          <p:nvPr/>
        </p:nvSpPr>
        <p:spPr>
          <a:xfrm>
            <a:off x="373984" y="3179428"/>
            <a:ext cx="121058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4000" dirty="0"/>
              <a:t>背景</a:t>
            </a:r>
            <a:endParaRPr kumimoji="1" lang="ja-JP" altLang="en-US" sz="4000" dirty="0"/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EEF6E7DC-850B-0DC5-FB21-055494602BFC}"/>
              </a:ext>
            </a:extLst>
          </p:cNvPr>
          <p:cNvSpPr txBox="1"/>
          <p:nvPr/>
        </p:nvSpPr>
        <p:spPr>
          <a:xfrm>
            <a:off x="373984" y="1632521"/>
            <a:ext cx="121058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4000" dirty="0"/>
              <a:t>目的</a:t>
            </a:r>
            <a:endParaRPr kumimoji="1" lang="ja-JP" altLang="en-US" sz="4000" dirty="0"/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335AA4BA-D50D-A2A1-3CD2-C00382F7C42B}"/>
              </a:ext>
            </a:extLst>
          </p:cNvPr>
          <p:cNvSpPr txBox="1"/>
          <p:nvPr/>
        </p:nvSpPr>
        <p:spPr>
          <a:xfrm>
            <a:off x="373984" y="4726336"/>
            <a:ext cx="121058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4000" dirty="0"/>
              <a:t>概要</a:t>
            </a:r>
            <a:endParaRPr kumimoji="1" lang="ja-JP" altLang="en-US" sz="4000" dirty="0"/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0D0BFB82-D13B-1FC7-5611-C10829CA8C74}"/>
              </a:ext>
            </a:extLst>
          </p:cNvPr>
          <p:cNvSpPr txBox="1"/>
          <p:nvPr/>
        </p:nvSpPr>
        <p:spPr>
          <a:xfrm>
            <a:off x="373984" y="2436752"/>
            <a:ext cx="550343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ja-JP" dirty="0"/>
              <a:t>Three.jsを用いて日田市の3D観光マップを制作し、</a:t>
            </a:r>
            <a:endParaRPr lang="en-US" altLang="ja-JP" dirty="0"/>
          </a:p>
          <a:p>
            <a:r>
              <a:rPr lang="ja-JP" altLang="ja-JP" dirty="0"/>
              <a:t>観光スポットを分かりやすく紹介する。</a:t>
            </a:r>
            <a:endParaRPr lang="en-US" altLang="ja-JP" dirty="0"/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DE2C3D34-4593-CEAA-0C72-02A5DE70DE78}"/>
              </a:ext>
            </a:extLst>
          </p:cNvPr>
          <p:cNvSpPr txBox="1"/>
          <p:nvPr/>
        </p:nvSpPr>
        <p:spPr>
          <a:xfrm>
            <a:off x="373984" y="3983659"/>
            <a:ext cx="510107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ja-JP" dirty="0"/>
              <a:t>3D技術を活用して、観光スポットの位置関係を</a:t>
            </a:r>
            <a:endParaRPr lang="en-US" altLang="ja-JP" dirty="0"/>
          </a:p>
          <a:p>
            <a:r>
              <a:rPr lang="ja-JP" altLang="ja-JP" dirty="0"/>
              <a:t>より分かりやすく伝えたいと考えた。</a:t>
            </a:r>
            <a:endParaRPr lang="en-US" altLang="ja-JP" dirty="0"/>
          </a:p>
        </p:txBody>
      </p: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02248BEF-2F20-0A4B-250B-6C9E4B250B9B}"/>
              </a:ext>
            </a:extLst>
          </p:cNvPr>
          <p:cNvSpPr txBox="1"/>
          <p:nvPr/>
        </p:nvSpPr>
        <p:spPr>
          <a:xfrm>
            <a:off x="373984" y="5528734"/>
            <a:ext cx="5032147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ja-JP" dirty="0"/>
              <a:t>日田市を簡略化した3Dマップに、テーマ①で</a:t>
            </a:r>
            <a:endParaRPr lang="en-US" altLang="ja-JP" dirty="0"/>
          </a:p>
          <a:p>
            <a:r>
              <a:rPr lang="ja-JP" altLang="ja-JP" dirty="0"/>
              <a:t>紹介した観光スポットを配置し、マウス操作や</a:t>
            </a:r>
            <a:endParaRPr lang="en-US" altLang="ja-JP" dirty="0"/>
          </a:p>
          <a:p>
            <a:r>
              <a:rPr lang="ja-JP" altLang="ja-JP" dirty="0"/>
              <a:t>クリックで観光情報を閲覧できるようにする</a:t>
            </a:r>
            <a:endParaRPr lang="ja-JP" altLang="en-US" dirty="0"/>
          </a:p>
        </p:txBody>
      </p:sp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CC562A6E-4BF8-FC9F-C4AF-3923D701A981}"/>
              </a:ext>
            </a:extLst>
          </p:cNvPr>
          <p:cNvSpPr txBox="1"/>
          <p:nvPr/>
        </p:nvSpPr>
        <p:spPr>
          <a:xfrm>
            <a:off x="6527799" y="1632521"/>
            <a:ext cx="5827236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4000" dirty="0"/>
              <a:t>制作内容</a:t>
            </a:r>
            <a:endParaRPr lang="en-US" altLang="ja-JP" sz="4000" dirty="0"/>
          </a:p>
          <a:p>
            <a:r>
              <a:rPr lang="ja-JP" altLang="en-US" sz="4000" dirty="0"/>
              <a:t>（掲載予定コンテンツ）</a:t>
            </a:r>
            <a:endParaRPr kumimoji="1" lang="ja-JP" altLang="en-US" sz="4000" dirty="0"/>
          </a:p>
        </p:txBody>
      </p:sp>
      <p:pic>
        <p:nvPicPr>
          <p:cNvPr id="4" name="図 3">
            <a:extLst>
              <a:ext uri="{FF2B5EF4-FFF2-40B4-BE49-F238E27FC236}">
                <a16:creationId xmlns:a16="http://schemas.microsoft.com/office/drawing/2014/main" id="{CD544F45-0BB0-C4D9-7522-A0F72F419C0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08176" y="2915490"/>
            <a:ext cx="5143500" cy="342900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243324566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D0DD932F-69DE-F5B5-53D1-80084795057B}"/>
              </a:ext>
            </a:extLst>
          </p:cNvPr>
          <p:cNvSpPr txBox="1"/>
          <p:nvPr/>
        </p:nvSpPr>
        <p:spPr>
          <a:xfrm>
            <a:off x="0" y="275092"/>
            <a:ext cx="12192000" cy="707886"/>
          </a:xfrm>
          <a:prstGeom prst="rect">
            <a:avLst/>
          </a:prstGeom>
          <a:solidFill>
            <a:srgbClr val="00B050"/>
          </a:solidFill>
        </p:spPr>
        <p:txBody>
          <a:bodyPr wrap="square" rtlCol="0">
            <a:spAutoFit/>
          </a:bodyPr>
          <a:lstStyle/>
          <a:p>
            <a:r>
              <a:rPr lang="en-US" altLang="ja-JP" sz="4000" dirty="0"/>
              <a:t> </a:t>
            </a:r>
            <a:r>
              <a:rPr lang="ja-JP" altLang="ja-JP" sz="4000" dirty="0"/>
              <a:t>テーマ②</a:t>
            </a:r>
            <a:r>
              <a:rPr lang="ja-JP" altLang="en-US" sz="4000" dirty="0"/>
              <a:t>：</a:t>
            </a:r>
            <a:r>
              <a:rPr lang="ja-JP" altLang="ja-JP" sz="4000" dirty="0"/>
              <a:t>日田市3D観光マップの制作</a:t>
            </a:r>
            <a:endParaRPr lang="ja-JP" altLang="en-US" sz="4000" dirty="0"/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66C608A4-1F57-59CE-5D0E-DF5A882873E1}"/>
              </a:ext>
            </a:extLst>
          </p:cNvPr>
          <p:cNvSpPr txBox="1"/>
          <p:nvPr/>
        </p:nvSpPr>
        <p:spPr>
          <a:xfrm>
            <a:off x="304799" y="1257974"/>
            <a:ext cx="326243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4000" dirty="0"/>
              <a:t>掲載</a:t>
            </a:r>
            <a:r>
              <a:rPr lang="ja-JP" altLang="ja-JP" sz="4000" dirty="0"/>
              <a:t>予定内容</a:t>
            </a:r>
            <a:endParaRPr kumimoji="1" lang="ja-JP" altLang="en-US" sz="4000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6337D76F-D6E8-7C98-31EE-DBBF3D6B6819}"/>
              </a:ext>
            </a:extLst>
          </p:cNvPr>
          <p:cNvSpPr txBox="1"/>
          <p:nvPr/>
        </p:nvSpPr>
        <p:spPr>
          <a:xfrm>
            <a:off x="304799" y="1965860"/>
            <a:ext cx="3185487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ja-JP" b="1" dirty="0"/>
              <a:t>ページ１</a:t>
            </a:r>
            <a:endParaRPr lang="ja-JP" altLang="ja-JP" dirty="0"/>
          </a:p>
          <a:p>
            <a:r>
              <a:rPr lang="ja-JP" altLang="ja-JP" dirty="0"/>
              <a:t>トップページ：サイトの概要</a:t>
            </a:r>
          </a:p>
          <a:p>
            <a:r>
              <a:rPr lang="ja-JP" altLang="ja-JP" dirty="0"/>
              <a:t>3D観光マップの使い方</a:t>
            </a:r>
          </a:p>
          <a:p>
            <a:r>
              <a:rPr lang="ja-JP" altLang="ja-JP" dirty="0"/>
              <a:t>各ページへのメニュー</a:t>
            </a: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36CB6420-FA01-F4F2-3448-5C6EDFA5AB01}"/>
              </a:ext>
            </a:extLst>
          </p:cNvPr>
          <p:cNvSpPr txBox="1"/>
          <p:nvPr/>
        </p:nvSpPr>
        <p:spPr>
          <a:xfrm>
            <a:off x="304799" y="3258697"/>
            <a:ext cx="7409401" cy="34163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ja-JP" b="1" dirty="0"/>
              <a:t>ページ２</a:t>
            </a:r>
            <a:endParaRPr lang="ja-JP" altLang="ja-JP" dirty="0"/>
          </a:p>
          <a:p>
            <a:r>
              <a:rPr lang="ja-JP" altLang="ja-JP" dirty="0"/>
              <a:t>3D観光マップ：日田市を簡略化した3Dマップ</a:t>
            </a:r>
            <a:endParaRPr lang="en-US" altLang="ja-JP" dirty="0"/>
          </a:p>
          <a:p>
            <a:endParaRPr lang="ja-JP" altLang="ja-JP" dirty="0"/>
          </a:p>
          <a:p>
            <a:r>
              <a:rPr lang="ja-JP" altLang="ja-JP" dirty="0"/>
              <a:t>制作範囲</a:t>
            </a:r>
          </a:p>
          <a:p>
            <a:r>
              <a:rPr lang="ja-JP" altLang="ja-JP" dirty="0"/>
              <a:t>日田市を簡略化した3Dマップを制作</a:t>
            </a:r>
          </a:p>
          <a:p>
            <a:r>
              <a:rPr lang="ja-JP" altLang="ja-JP" dirty="0"/>
              <a:t>テーマ１で紹介した観光スポットを3Dマップ上に配置</a:t>
            </a:r>
          </a:p>
          <a:p>
            <a:r>
              <a:rPr lang="ja-JP" altLang="ja-JP" dirty="0"/>
              <a:t>地形・建物を簡易的な3Dモデルで表現</a:t>
            </a:r>
            <a:r>
              <a:rPr lang="ja-JP" altLang="en-US" dirty="0"/>
              <a:t>、</a:t>
            </a:r>
            <a:r>
              <a:rPr lang="ja-JP" altLang="ja-JP" dirty="0"/>
              <a:t>山・川・道路を簡易的に表現</a:t>
            </a:r>
            <a:endParaRPr lang="en-US" altLang="ja-JP" dirty="0"/>
          </a:p>
          <a:p>
            <a:endParaRPr lang="en-US" altLang="ja-JP" dirty="0"/>
          </a:p>
          <a:p>
            <a:r>
              <a:rPr lang="ja-JP" altLang="ja-JP" dirty="0"/>
              <a:t>機能</a:t>
            </a:r>
          </a:p>
          <a:p>
            <a:r>
              <a:rPr lang="ja-JP" altLang="ja-JP" dirty="0"/>
              <a:t>マウスによる回転</a:t>
            </a:r>
            <a:r>
              <a:rPr lang="ja-JP" altLang="en-US" dirty="0"/>
              <a:t>、</a:t>
            </a:r>
            <a:r>
              <a:rPr lang="ja-JP" altLang="ja-JP" dirty="0"/>
              <a:t>拡大・縮小</a:t>
            </a:r>
          </a:p>
          <a:p>
            <a:r>
              <a:rPr lang="ja-JP" altLang="ja-JP" dirty="0"/>
              <a:t>観光スポットの表示</a:t>
            </a:r>
            <a:r>
              <a:rPr lang="ja-JP" altLang="en-US" dirty="0"/>
              <a:t>、</a:t>
            </a:r>
            <a:r>
              <a:rPr lang="ja-JP" altLang="ja-JP" dirty="0"/>
              <a:t>観光スポットの選択（クリック）</a:t>
            </a:r>
          </a:p>
          <a:p>
            <a:r>
              <a:rPr lang="ja-JP" altLang="ja-JP" dirty="0"/>
              <a:t>テーマ１「日田市紹介サイト」の詳細ページへ遷移</a:t>
            </a:r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791FC01E-1EC9-6B98-6836-5F2B63BEE962}"/>
              </a:ext>
            </a:extLst>
          </p:cNvPr>
          <p:cNvSpPr txBox="1"/>
          <p:nvPr/>
        </p:nvSpPr>
        <p:spPr>
          <a:xfrm>
            <a:off x="6383867" y="1257974"/>
            <a:ext cx="3877985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ja-JP" b="1" dirty="0"/>
              <a:t>ページ３</a:t>
            </a:r>
            <a:endParaRPr lang="ja-JP" altLang="ja-JP" dirty="0"/>
          </a:p>
          <a:p>
            <a:r>
              <a:rPr lang="ja-JP" altLang="ja-JP" dirty="0"/>
              <a:t>おすすめモデルコース：各コースの</a:t>
            </a:r>
            <a:endParaRPr lang="en-US" altLang="ja-JP" dirty="0"/>
          </a:p>
          <a:p>
            <a:r>
              <a:rPr lang="ja-JP" altLang="ja-JP" dirty="0"/>
              <a:t>所要時間・移動順・見どころ</a:t>
            </a:r>
          </a:p>
          <a:p>
            <a:r>
              <a:rPr lang="ja-JP" altLang="ja-JP" dirty="0"/>
              <a:t>半日コース</a:t>
            </a:r>
            <a:r>
              <a:rPr lang="ja-JP" altLang="en-US" dirty="0"/>
              <a:t>、</a:t>
            </a:r>
            <a:r>
              <a:rPr lang="ja-JP" altLang="ja-JP" dirty="0"/>
              <a:t>1日コース</a:t>
            </a:r>
          </a:p>
          <a:p>
            <a:r>
              <a:rPr lang="ja-JP" altLang="ja-JP" dirty="0"/>
              <a:t>家族向けコース</a:t>
            </a:r>
            <a:r>
              <a:rPr lang="ja-JP" altLang="en-US" dirty="0"/>
              <a:t>、</a:t>
            </a:r>
            <a:r>
              <a:rPr lang="ja-JP" altLang="ja-JP" dirty="0"/>
              <a:t>グルメ中心コース</a:t>
            </a: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C0E1D02D-2F90-E3AC-6F6D-387E69EA5BE4}"/>
              </a:ext>
            </a:extLst>
          </p:cNvPr>
          <p:cNvSpPr txBox="1"/>
          <p:nvPr/>
        </p:nvSpPr>
        <p:spPr>
          <a:xfrm>
            <a:off x="6383867" y="3010298"/>
            <a:ext cx="4801314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ja-JP" b="1" dirty="0"/>
              <a:t> ページ４</a:t>
            </a:r>
            <a:endParaRPr lang="ja-JP" altLang="ja-JP" dirty="0"/>
          </a:p>
          <a:p>
            <a:r>
              <a:rPr lang="ja-JP" altLang="ja-JP" dirty="0"/>
              <a:t>アクセス情報：観光スポット間の移動ルート</a:t>
            </a:r>
          </a:p>
          <a:p>
            <a:r>
              <a:rPr lang="ja-JP" altLang="ja-JP" dirty="0"/>
              <a:t>所要時間</a:t>
            </a:r>
          </a:p>
          <a:p>
            <a:r>
              <a:rPr lang="ja-JP" altLang="ja-JP" dirty="0"/>
              <a:t>おすすめの移動手段</a:t>
            </a:r>
          </a:p>
          <a:p>
            <a:r>
              <a:rPr lang="ja-JP" altLang="ja-JP" dirty="0"/>
              <a:t>駐車場情報</a:t>
            </a:r>
          </a:p>
        </p:txBody>
      </p:sp>
    </p:spTree>
    <p:extLst>
      <p:ext uri="{BB962C8B-B14F-4D97-AF65-F5344CB8AC3E}">
        <p14:creationId xmlns:p14="http://schemas.microsoft.com/office/powerpoint/2010/main" val="271001233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C5E1E929-6D91-4683-12C0-55BA69FBA77C}"/>
              </a:ext>
            </a:extLst>
          </p:cNvPr>
          <p:cNvSpPr txBox="1"/>
          <p:nvPr/>
        </p:nvSpPr>
        <p:spPr>
          <a:xfrm>
            <a:off x="0" y="275092"/>
            <a:ext cx="12192000" cy="707886"/>
          </a:xfrm>
          <a:prstGeom prst="rect">
            <a:avLst/>
          </a:prstGeom>
          <a:solidFill>
            <a:srgbClr val="00B050"/>
          </a:solidFill>
        </p:spPr>
        <p:txBody>
          <a:bodyPr wrap="square" rtlCol="0">
            <a:spAutoFit/>
          </a:bodyPr>
          <a:lstStyle/>
          <a:p>
            <a:r>
              <a:rPr lang="en-US" altLang="ja-JP" sz="4000" dirty="0"/>
              <a:t> </a:t>
            </a:r>
            <a:r>
              <a:rPr lang="ja-JP" altLang="ja-JP" sz="4000" dirty="0"/>
              <a:t>テーマ②</a:t>
            </a:r>
            <a:r>
              <a:rPr lang="ja-JP" altLang="en-US" sz="4000" dirty="0"/>
              <a:t>：</a:t>
            </a:r>
            <a:r>
              <a:rPr lang="ja-JP" altLang="ja-JP" sz="4000" dirty="0"/>
              <a:t>日田市3D観光マップの制作</a:t>
            </a:r>
            <a:endParaRPr lang="ja-JP" altLang="en-US" sz="4000" dirty="0"/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3B710884-6C61-C9FD-CABF-6F661BBFBCA1}"/>
              </a:ext>
            </a:extLst>
          </p:cNvPr>
          <p:cNvSpPr txBox="1"/>
          <p:nvPr/>
        </p:nvSpPr>
        <p:spPr>
          <a:xfrm>
            <a:off x="417202" y="1843950"/>
            <a:ext cx="800219" cy="3170099"/>
          </a:xfrm>
          <a:prstGeom prst="rect">
            <a:avLst/>
          </a:prstGeom>
          <a:noFill/>
        </p:spPr>
        <p:txBody>
          <a:bodyPr vert="eaVert" wrap="none" rtlCol="0">
            <a:spAutoFit/>
          </a:bodyPr>
          <a:lstStyle/>
          <a:p>
            <a:r>
              <a:rPr lang="ja-JP" altLang="ja-JP" sz="4000" dirty="0"/>
              <a:t>完成イメージ</a:t>
            </a:r>
            <a:endParaRPr lang="en-US" altLang="ja-JP" sz="4000" dirty="0"/>
          </a:p>
        </p:txBody>
      </p:sp>
      <p:pic>
        <p:nvPicPr>
          <p:cNvPr id="7" name="図 6">
            <a:extLst>
              <a:ext uri="{FF2B5EF4-FFF2-40B4-BE49-F238E27FC236}">
                <a16:creationId xmlns:a16="http://schemas.microsoft.com/office/drawing/2014/main" id="{49593C77-80CD-ACA1-0351-91704517315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99733" y="1532466"/>
            <a:ext cx="5842000" cy="482600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164968491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085DFDF7-597A-2941-7E00-3C60CE59A00F}"/>
              </a:ext>
            </a:extLst>
          </p:cNvPr>
          <p:cNvSpPr txBox="1"/>
          <p:nvPr/>
        </p:nvSpPr>
        <p:spPr>
          <a:xfrm>
            <a:off x="617577" y="2413337"/>
            <a:ext cx="10956846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ja-JP" sz="6000" dirty="0"/>
              <a:t>ご清聴ありがとうございました</a:t>
            </a:r>
            <a:endParaRPr kumimoji="1" lang="ja-JP" altLang="en-US" sz="6000" dirty="0"/>
          </a:p>
        </p:txBody>
      </p:sp>
    </p:spTree>
    <p:extLst>
      <p:ext uri="{BB962C8B-B14F-4D97-AF65-F5344CB8AC3E}">
        <p14:creationId xmlns:p14="http://schemas.microsoft.com/office/powerpoint/2010/main" val="289848878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664</Words>
  <Application>Microsoft Office PowerPoint</Application>
  <PresentationFormat>ワイド画面</PresentationFormat>
  <Paragraphs>106</Paragraphs>
  <Slides>8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8</vt:i4>
      </vt:variant>
    </vt:vector>
  </HeadingPairs>
  <TitlesOfParts>
    <vt:vector size="12" baseType="lpstr">
      <vt:lpstr>游ゴシック</vt:lpstr>
      <vt:lpstr>游ゴシック Light</vt:lpstr>
      <vt:lpstr>Arial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安永　卓真</dc:creator>
  <cp:lastModifiedBy>安永　卓真</cp:lastModifiedBy>
  <cp:revision>11</cp:revision>
  <dcterms:created xsi:type="dcterms:W3CDTF">2026-07-02T01:59:56Z</dcterms:created>
  <dcterms:modified xsi:type="dcterms:W3CDTF">2026-07-06T06:27:26Z</dcterms:modified>
</cp:coreProperties>
</file>