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88" d="100"/>
          <a:sy n="88" d="100"/>
        </p:scale>
        <p:origin x="451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F4CA359-4F44-058B-4702-85840FCDEA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1643D02-9A76-B803-BD23-9751B894E6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8EC01FC-9A8C-E290-AFFB-11262FF9D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4C53244-5812-46D1-6D41-C48A77C91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1BEEDF1-6FC4-8A2F-FC2F-CA4AE5F06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5652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082FB4-AA06-AFA1-6ACD-34C301D9A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ED2DB2D-228D-E7D7-01AD-0AFACCD4BF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3DF739B-0421-8D25-0134-4A27B8432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8BE5C3-F78E-35E4-B6D3-73E05FCFB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F3C94D0-BEC2-6136-AE72-3667D7F6D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0337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F9D2A1-2E22-6573-0B94-B7CBA93E0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F61BA3B-6448-6158-C4FC-2C0BD4A84B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26553D3-344A-73A6-CDD5-5E904022C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92A751E-040B-1F21-5F4F-B7067645D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40D6CB0-5434-5F05-6527-CCDFC18E6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4460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8BE87C-F66B-2554-294B-A55C5D31D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85126D1-68D7-136A-ED55-FCA033D667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C047279-06CE-7D5E-9C07-DC9AB627BC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966444C-43D4-80BF-958B-2EB15D808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54423A6-0D62-E39E-A29C-214E5E57E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596757-E919-3E16-8A3F-9BDDD54DC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0985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158C01-E9AF-7B94-1038-9597A51FC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12AC5FB-8EC3-6185-05A6-EA5ECDD551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B547BCF-4C2E-63A4-A6B5-4F3907F115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EED24FD-A51A-A685-03B3-247E1C9109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718DF74-0204-4CA5-D62A-5CA99C8A36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D5603384-DD72-76F7-C830-A027D8A85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66153A2-D330-07F3-A528-7858532F7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BDE0BC6-F9C2-B0E9-13BB-18E9E9315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40990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90D0132-6016-684E-5A5E-EA0B5B3A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AA9E313-19E2-37CF-BAEF-769D2D702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405725F-0FEF-FBD8-EC1F-D571FD7AE2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FABC010-7083-4734-6BBB-4E99DE59C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8119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19420B1-B7A2-A721-39A6-BBA756EDB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6E83AC4-383A-A2DD-5562-569F1A5A5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B0EAD16-5D53-22CA-09EE-1A08FBF74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01539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CA3FFB-A89D-9340-4AFB-B8737E1886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E56EFFB-77AA-F347-4135-CE38F4A0A5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D15F36E-1FD7-6C55-4BB8-BB8B0F8623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F1D32D2-E9A5-4E0A-15D1-6F192DC4D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06340E1-75BF-ED33-3901-FB0BD6525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477C51E-3C90-FAA3-D000-A4709716D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8806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EB58FA0-5155-8DCD-B048-4039DFA56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AAA34C6-D4D1-02FA-BFE4-6E5499D731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E5D3028-B8CF-0CBF-60B7-AD8D7B95F5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DA8C92D-6B4B-9359-8DD2-9E2E07358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2E1106-1FD5-C0A4-E2D9-B7AE9FBED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01C787B-B329-5709-09E8-220663885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1471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AF7673-E100-5F06-C16D-B4A78EBDD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AC8F49E-69D3-7644-B8D8-D35FD497AE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AFA0994-FA48-3F1B-B034-49DA8B059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F00B195-87F2-27CD-97E8-180FC026D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9A3126F-3FD1-E649-8848-38E5B50AB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14253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FA15874-426F-9AE6-25FA-9677BC8300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E43416D-8D4F-B2D8-5C8A-8FC52DDBA8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60E14BB-F4FA-BC40-6619-348EFC487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0D08ABA-F1C2-92F2-7B76-BB8C581F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1D7E36F-409F-A7EA-E719-F807E0449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5312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3C20C4C-5BAC-1904-6935-7DC0FDCA40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3D6DAFD-A65A-CAF8-F4FA-B3ED28A178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03FD693-BABD-D597-543F-737A960C5B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5296E2A-8863-AABE-E826-77CC656E9D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824C74D-8057-672D-489E-60D64C8365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8893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E3531AF-2776-C117-D20A-214AB6872A4F}"/>
              </a:ext>
            </a:extLst>
          </p:cNvPr>
          <p:cNvSpPr txBox="1"/>
          <p:nvPr/>
        </p:nvSpPr>
        <p:spPr>
          <a:xfrm>
            <a:off x="348269" y="382305"/>
            <a:ext cx="9417964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ja-JP" sz="7000" dirty="0"/>
              <a:t>卒業制作ゼミ 中間発表</a:t>
            </a:r>
            <a:endParaRPr kumimoji="1" lang="ja-JP" altLang="en-US" sz="70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EB3C0D7-BDCA-60DC-F2BF-C4E2B5767242}"/>
              </a:ext>
            </a:extLst>
          </p:cNvPr>
          <p:cNvSpPr txBox="1"/>
          <p:nvPr/>
        </p:nvSpPr>
        <p:spPr>
          <a:xfrm>
            <a:off x="348269" y="1935815"/>
            <a:ext cx="46987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3200" dirty="0">
                <a:solidFill>
                  <a:srgbClr val="0070C0"/>
                </a:solidFill>
              </a:rPr>
              <a:t>テーマ①</a:t>
            </a:r>
            <a:endParaRPr lang="en-US" altLang="ja-JP" sz="3200" dirty="0">
              <a:solidFill>
                <a:srgbClr val="0070C0"/>
              </a:solidFill>
            </a:endParaRPr>
          </a:p>
          <a:p>
            <a:r>
              <a:rPr lang="ja-JP" altLang="ja-JP" sz="3200" dirty="0"/>
              <a:t>日田市紹介サイトの制作</a:t>
            </a:r>
            <a:endParaRPr kumimoji="1" lang="ja-JP" altLang="en-US" sz="32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6E91B91-DFF6-3DB5-75B1-E91B78E4A11E}"/>
              </a:ext>
            </a:extLst>
          </p:cNvPr>
          <p:cNvSpPr txBox="1"/>
          <p:nvPr/>
        </p:nvSpPr>
        <p:spPr>
          <a:xfrm>
            <a:off x="376796" y="3396992"/>
            <a:ext cx="491673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3000" dirty="0">
                <a:solidFill>
                  <a:srgbClr val="00B050"/>
                </a:solidFill>
              </a:rPr>
              <a:t>テーマ②</a:t>
            </a:r>
            <a:endParaRPr lang="en-US" altLang="ja-JP" sz="3000" dirty="0">
              <a:solidFill>
                <a:srgbClr val="00B050"/>
              </a:solidFill>
            </a:endParaRPr>
          </a:p>
          <a:p>
            <a:r>
              <a:rPr lang="ja-JP" altLang="ja-JP" sz="3000" dirty="0"/>
              <a:t>日田市3D観光マップの制作</a:t>
            </a:r>
            <a:endParaRPr kumimoji="1" lang="ja-JP" altLang="en-US" sz="30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3BC8054-382D-82AA-FD36-D06F042C15FD}"/>
              </a:ext>
            </a:extLst>
          </p:cNvPr>
          <p:cNvSpPr txBox="1"/>
          <p:nvPr/>
        </p:nvSpPr>
        <p:spPr>
          <a:xfrm>
            <a:off x="335581" y="4796614"/>
            <a:ext cx="19800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dirty="0"/>
              <a:t>氏名：安永卓真</a:t>
            </a:r>
            <a:endParaRPr kumimoji="1" lang="ja-JP" altLang="en-US" sz="20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386CCAC-CC9E-B471-3526-106CF8AC3E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732" y="1765298"/>
            <a:ext cx="6790267" cy="5092701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94E5E2B-9188-D0B9-CC9C-C41A3011C5D2}"/>
              </a:ext>
            </a:extLst>
          </p:cNvPr>
          <p:cNvSpPr txBox="1"/>
          <p:nvPr/>
        </p:nvSpPr>
        <p:spPr>
          <a:xfrm>
            <a:off x="335581" y="5196724"/>
            <a:ext cx="21804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学籍番号：</a:t>
            </a:r>
            <a:r>
              <a:rPr lang="en-US" altLang="ja-JP" sz="2000" dirty="0"/>
              <a:t>25098</a:t>
            </a:r>
            <a:endParaRPr kumimoji="1" lang="ja-JP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464761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4461D1D-E8D0-54CB-6F6A-531DD95BE843}"/>
              </a:ext>
            </a:extLst>
          </p:cNvPr>
          <p:cNvSpPr txBox="1"/>
          <p:nvPr/>
        </p:nvSpPr>
        <p:spPr>
          <a:xfrm>
            <a:off x="0" y="275092"/>
            <a:ext cx="12192000" cy="707886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ja-JP" sz="4000" dirty="0"/>
              <a:t> </a:t>
            </a:r>
            <a:r>
              <a:rPr lang="ja-JP" altLang="ja-JP" sz="4000" dirty="0"/>
              <a:t>テーマ①：日田市紹介サイトの制作</a:t>
            </a:r>
            <a:endParaRPr lang="ja-JP" altLang="en-US" sz="40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C9BB41B-EA24-3D83-47D3-51BE6759B380}"/>
              </a:ext>
            </a:extLst>
          </p:cNvPr>
          <p:cNvSpPr txBox="1"/>
          <p:nvPr/>
        </p:nvSpPr>
        <p:spPr>
          <a:xfrm>
            <a:off x="373984" y="3179428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背景</a:t>
            </a:r>
            <a:endParaRPr kumimoji="1" lang="ja-JP" altLang="en-US" sz="40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43A77DD-F667-28A5-8AEB-1ACA93B0B6FB}"/>
              </a:ext>
            </a:extLst>
          </p:cNvPr>
          <p:cNvSpPr txBox="1"/>
          <p:nvPr/>
        </p:nvSpPr>
        <p:spPr>
          <a:xfrm>
            <a:off x="373984" y="1632521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目的</a:t>
            </a:r>
            <a:endParaRPr kumimoji="1" lang="ja-JP" altLang="en-US" sz="40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4DDFAB9-C94A-DE08-DA3D-FB23E9CB501E}"/>
              </a:ext>
            </a:extLst>
          </p:cNvPr>
          <p:cNvSpPr txBox="1"/>
          <p:nvPr/>
        </p:nvSpPr>
        <p:spPr>
          <a:xfrm>
            <a:off x="373984" y="4726336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概要</a:t>
            </a:r>
            <a:endParaRPr kumimoji="1" lang="ja-JP" altLang="en-US" sz="40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860ED02-5E21-FAE0-71EF-42DA0BD1F6B5}"/>
              </a:ext>
            </a:extLst>
          </p:cNvPr>
          <p:cNvSpPr txBox="1"/>
          <p:nvPr/>
        </p:nvSpPr>
        <p:spPr>
          <a:xfrm>
            <a:off x="6493933" y="1632521"/>
            <a:ext cx="582723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制作内容</a:t>
            </a:r>
            <a:endParaRPr lang="en-US" altLang="ja-JP" sz="4000" dirty="0"/>
          </a:p>
          <a:p>
            <a:r>
              <a:rPr lang="ja-JP" altLang="en-US" sz="4000" dirty="0"/>
              <a:t>（掲載予定コンテンツ）</a:t>
            </a:r>
            <a:endParaRPr kumimoji="1" lang="ja-JP" altLang="en-US" sz="4000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3917709-A4EB-8A56-0307-B39D99E8A558}"/>
              </a:ext>
            </a:extLst>
          </p:cNvPr>
          <p:cNvSpPr txBox="1"/>
          <p:nvPr/>
        </p:nvSpPr>
        <p:spPr>
          <a:xfrm>
            <a:off x="373984" y="2436752"/>
            <a:ext cx="55098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日田市の魅力を分かりやすく発信するWebサイトを</a:t>
            </a:r>
            <a:endParaRPr lang="en-US" altLang="ja-JP" dirty="0"/>
          </a:p>
          <a:p>
            <a:r>
              <a:rPr lang="ja-JP" altLang="ja-JP" dirty="0"/>
              <a:t>制作する。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0B4B772-4BB3-EC5D-22E6-D5753F72C7AE}"/>
              </a:ext>
            </a:extLst>
          </p:cNvPr>
          <p:cNvSpPr txBox="1"/>
          <p:nvPr/>
        </p:nvSpPr>
        <p:spPr>
          <a:xfrm>
            <a:off x="373984" y="3983659"/>
            <a:ext cx="4339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日田市の魅力を広く知ってもらいたい。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139AC78-20D9-A1FD-D44A-D12F1CE40141}"/>
              </a:ext>
            </a:extLst>
          </p:cNvPr>
          <p:cNvSpPr txBox="1"/>
          <p:nvPr/>
        </p:nvSpPr>
        <p:spPr>
          <a:xfrm>
            <a:off x="373984" y="5528734"/>
            <a:ext cx="54938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観光・グルメ・イベント・基本情報などを掲載し、</a:t>
            </a:r>
            <a:endParaRPr lang="en-US" altLang="ja-JP" dirty="0"/>
          </a:p>
          <a:p>
            <a:r>
              <a:rPr lang="ja-JP" altLang="ja-JP" dirty="0"/>
              <a:t>利用者が日田市について知ることができる</a:t>
            </a:r>
            <a:endParaRPr lang="en-US" altLang="ja-JP" dirty="0"/>
          </a:p>
          <a:p>
            <a:r>
              <a:rPr lang="ja-JP" altLang="ja-JP" dirty="0"/>
              <a:t>サイトを目指す。</a:t>
            </a: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785DE9AB-5B86-2DCC-85DA-BC4009A846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1085" y="2955960"/>
            <a:ext cx="2827590" cy="1885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4429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CC98E16-5F13-0DA0-1425-125583AD472E}"/>
              </a:ext>
            </a:extLst>
          </p:cNvPr>
          <p:cNvSpPr txBox="1"/>
          <p:nvPr/>
        </p:nvSpPr>
        <p:spPr>
          <a:xfrm>
            <a:off x="0" y="275092"/>
            <a:ext cx="12192000" cy="707886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US" altLang="ja-JP" sz="4000" dirty="0"/>
              <a:t> </a:t>
            </a:r>
            <a:r>
              <a:rPr lang="ja-JP" altLang="ja-JP" sz="4000" dirty="0"/>
              <a:t>テーマ②</a:t>
            </a:r>
            <a:r>
              <a:rPr lang="ja-JP" altLang="en-US" sz="4000" dirty="0"/>
              <a:t>：</a:t>
            </a:r>
            <a:r>
              <a:rPr lang="ja-JP" altLang="ja-JP" sz="4000" dirty="0"/>
              <a:t>日田市3D観光マップの制作</a:t>
            </a:r>
            <a:endParaRPr lang="ja-JP" altLang="en-US" sz="40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852921C-AD2C-6772-24AC-D976DE93A5F2}"/>
              </a:ext>
            </a:extLst>
          </p:cNvPr>
          <p:cNvSpPr txBox="1"/>
          <p:nvPr/>
        </p:nvSpPr>
        <p:spPr>
          <a:xfrm>
            <a:off x="373984" y="3179428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背景</a:t>
            </a:r>
            <a:endParaRPr kumimoji="1" lang="ja-JP" altLang="en-US" sz="4000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EF6E7DC-850B-0DC5-FB21-055494602BFC}"/>
              </a:ext>
            </a:extLst>
          </p:cNvPr>
          <p:cNvSpPr txBox="1"/>
          <p:nvPr/>
        </p:nvSpPr>
        <p:spPr>
          <a:xfrm>
            <a:off x="373984" y="1632521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目的</a:t>
            </a:r>
            <a:endParaRPr kumimoji="1" lang="ja-JP" altLang="en-US" sz="40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35AA4BA-D50D-A2A1-3CD2-C00382F7C42B}"/>
              </a:ext>
            </a:extLst>
          </p:cNvPr>
          <p:cNvSpPr txBox="1"/>
          <p:nvPr/>
        </p:nvSpPr>
        <p:spPr>
          <a:xfrm>
            <a:off x="373984" y="4726336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概要</a:t>
            </a:r>
            <a:endParaRPr kumimoji="1" lang="ja-JP" altLang="en-US" sz="4000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C0353BC-833C-2DCB-D40A-4A62CDBC6EA7}"/>
              </a:ext>
            </a:extLst>
          </p:cNvPr>
          <p:cNvSpPr txBox="1"/>
          <p:nvPr/>
        </p:nvSpPr>
        <p:spPr>
          <a:xfrm>
            <a:off x="6493933" y="1632521"/>
            <a:ext cx="392928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4000" dirty="0"/>
              <a:t>3Dマップの完成</a:t>
            </a:r>
            <a:endParaRPr lang="en-US" altLang="ja-JP" sz="4000" dirty="0"/>
          </a:p>
          <a:p>
            <a:r>
              <a:rPr lang="ja-JP" altLang="ja-JP" sz="4000" dirty="0"/>
              <a:t>イメージ</a:t>
            </a:r>
            <a:endParaRPr lang="en-US" altLang="ja-JP" sz="400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D0BFB82-D13B-1FC7-5611-C10829CA8C74}"/>
              </a:ext>
            </a:extLst>
          </p:cNvPr>
          <p:cNvSpPr txBox="1"/>
          <p:nvPr/>
        </p:nvSpPr>
        <p:spPr>
          <a:xfrm>
            <a:off x="373984" y="2436752"/>
            <a:ext cx="62552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3D観光マップを制作し、観光地の位置関係を分かりやすく</a:t>
            </a:r>
            <a:endParaRPr lang="en-US" altLang="ja-JP" dirty="0"/>
          </a:p>
          <a:p>
            <a:r>
              <a:rPr lang="ja-JP" altLang="ja-JP" dirty="0"/>
              <a:t>伝え、観光ルートの検討を支援する。</a:t>
            </a:r>
            <a:endParaRPr lang="en-US" altLang="ja-JP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DE2C3D34-4593-CEAA-0C72-02A5DE70DE78}"/>
              </a:ext>
            </a:extLst>
          </p:cNvPr>
          <p:cNvSpPr txBox="1"/>
          <p:nvPr/>
        </p:nvSpPr>
        <p:spPr>
          <a:xfrm>
            <a:off x="373984" y="3983659"/>
            <a:ext cx="5562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従来の地図では伝わりにくい位置関係を、</a:t>
            </a:r>
            <a:r>
              <a:rPr lang="en-US" altLang="ja-JP" dirty="0"/>
              <a:t>3D</a:t>
            </a:r>
            <a:r>
              <a:rPr lang="ja-JP" altLang="ja-JP" dirty="0"/>
              <a:t>技術を</a:t>
            </a:r>
            <a:endParaRPr lang="en-US" altLang="ja-JP" dirty="0"/>
          </a:p>
          <a:p>
            <a:r>
              <a:rPr lang="ja-JP" altLang="ja-JP" dirty="0"/>
              <a:t>使って分かりやすく伝えたい。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02248BEF-2F20-0A4B-250B-6C9E4B250B9B}"/>
              </a:ext>
            </a:extLst>
          </p:cNvPr>
          <p:cNvSpPr txBox="1"/>
          <p:nvPr/>
        </p:nvSpPr>
        <p:spPr>
          <a:xfrm>
            <a:off x="373984" y="5528734"/>
            <a:ext cx="55098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3Dマップを操作しながら観光スポットを確認し、</a:t>
            </a:r>
            <a:endParaRPr lang="en-US" altLang="ja-JP" dirty="0"/>
          </a:p>
          <a:p>
            <a:r>
              <a:rPr lang="ja-JP" altLang="ja-JP" dirty="0"/>
              <a:t>紹介サイトへ遷移できるWebコンテンツを目指す。</a:t>
            </a:r>
            <a:endParaRPr lang="ja-JP" altLang="en-US" dirty="0"/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B83CF779-725A-E42E-82D3-A2CB584357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9223" y="2955960"/>
            <a:ext cx="5324083" cy="384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2456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6689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174</Words>
  <Application>Microsoft Office PowerPoint</Application>
  <PresentationFormat>ワイド画面</PresentationFormat>
  <Paragraphs>31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安永　卓真</dc:creator>
  <cp:lastModifiedBy>安永　卓真</cp:lastModifiedBy>
  <cp:revision>3</cp:revision>
  <dcterms:created xsi:type="dcterms:W3CDTF">2026-07-02T01:59:56Z</dcterms:created>
  <dcterms:modified xsi:type="dcterms:W3CDTF">2026-07-03T02:06:13Z</dcterms:modified>
</cp:coreProperties>
</file>